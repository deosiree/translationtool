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3"/>
    <p:sldId id="257" r:id="rId4"/>
    <p:sldId id="258" r:id="rId5"/>
    <p:sldId id="259" r:id="rId6"/>
    <p:sldId id="260" r:id="rId7"/>
    <p:sldId id="262" r:id="rId8"/>
    <p:sldId id="267" r:id="rId9"/>
    <p:sldId id="269" r:id="rId10"/>
    <p:sldId id="263" r:id="rId11"/>
    <p:sldId id="264" r:id="rId12"/>
    <p:sldId id="265" r:id="rId13"/>
    <p:sldId id="266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翻译工具后续提供的</a:t>
            </a:r>
            <a:r>
              <a:rPr lang="zh-CN" altLang="en-US"/>
              <a:t>能力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代码编写问题</a:t>
            </a:r>
            <a:r>
              <a:rPr lang="zh-CN" altLang="en-US"/>
              <a:t>校验</a:t>
            </a:r>
            <a:endParaRPr lang="zh-CN" altLang="en-US"/>
          </a:p>
          <a:p>
            <a:r>
              <a:rPr lang="zh-CN" altLang="en-US"/>
              <a:t>操作问题校验</a:t>
            </a:r>
            <a:endParaRPr lang="zh-CN" altLang="en-US"/>
          </a:p>
          <a:p>
            <a:r>
              <a:rPr lang="en-US" altLang="zh-CN"/>
              <a:t>qt</a:t>
            </a:r>
            <a:r>
              <a:rPr lang="zh-CN" altLang="en-US"/>
              <a:t>机制问题词条</a:t>
            </a:r>
            <a:r>
              <a:rPr lang="zh-CN" altLang="en-US"/>
              <a:t>校验</a:t>
            </a:r>
            <a:endParaRPr lang="zh-CN" altLang="en-US"/>
          </a:p>
          <a:p>
            <a:r>
              <a:rPr lang="zh-CN" altLang="en-US"/>
              <a:t>新需求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代码编写规范问题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200" b="1"/>
              <a:t>I18n_tr</a:t>
            </a:r>
            <a:r>
              <a:rPr lang="zh-CN" altLang="en-US" sz="1200" b="1"/>
              <a:t>（</a:t>
            </a:r>
            <a:r>
              <a:rPr lang="en-US" altLang="zh-CN" sz="1200" b="1"/>
              <a:t>“</a:t>
            </a:r>
            <a:r>
              <a:rPr lang="zh-CN" altLang="en-US" sz="1200" b="1"/>
              <a:t>平台</a:t>
            </a:r>
            <a:r>
              <a:rPr lang="en-US" altLang="zh-CN" sz="1200" b="1"/>
              <a:t>\””</a:t>
            </a:r>
            <a:r>
              <a:rPr lang="zh-CN" altLang="en-US" sz="1200" b="1"/>
              <a:t>）</a:t>
            </a:r>
            <a:r>
              <a:rPr lang="en-US" altLang="zh-CN" sz="1200" b="1"/>
              <a:t> </a:t>
            </a:r>
            <a:r>
              <a:rPr lang="zh-CN" altLang="en-US" sz="1200" b="1"/>
              <a:t>中是有换行没抽到</a:t>
            </a:r>
            <a:r>
              <a:rPr lang="en-US" altLang="zh-CN" sz="1200" b="1"/>
              <a:t>(</a:t>
            </a:r>
            <a:r>
              <a:rPr lang="zh-CN" altLang="en-US" sz="1200" b="1"/>
              <a:t>了解下</a:t>
            </a:r>
            <a:r>
              <a:rPr lang="en-US" altLang="zh-CN" sz="1200" b="1"/>
              <a:t>ast</a:t>
            </a:r>
            <a:r>
              <a:rPr lang="zh-CN" altLang="en-US" sz="1200" b="1"/>
              <a:t>方式</a:t>
            </a:r>
            <a:r>
              <a:rPr lang="en-US" altLang="zh-CN" sz="1200" b="1"/>
              <a:t> )  </a:t>
            </a:r>
            <a:r>
              <a:rPr lang="zh-CN" altLang="en-US" sz="1200" b="1">
                <a:solidFill>
                  <a:srgbClr val="FF0000"/>
                </a:solidFill>
              </a:rPr>
              <a:t>优先级低</a:t>
            </a:r>
            <a:endParaRPr lang="en-US" altLang="zh-CN" sz="12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000"/>
              <a:t>检查路径下所有代码中所有</a:t>
            </a:r>
            <a:r>
              <a:rPr lang="en-US" altLang="zh-CN" sz="1000"/>
              <a:t>I18n_tr</a:t>
            </a:r>
            <a:r>
              <a:rPr lang="zh-CN" altLang="en-US" sz="1000"/>
              <a:t>（）</a:t>
            </a:r>
            <a:r>
              <a:rPr lang="en-US" altLang="zh-CN" sz="1000"/>
              <a:t> </a:t>
            </a:r>
            <a:r>
              <a:rPr lang="zh-CN" altLang="en-US" sz="1000"/>
              <a:t>的词条，以及比对对应的</a:t>
            </a:r>
            <a:r>
              <a:rPr lang="en-US" altLang="zh-CN" sz="1000"/>
              <a:t>dic </a:t>
            </a:r>
            <a:r>
              <a:rPr lang="zh-CN" altLang="en-US" sz="1000"/>
              <a:t>中词条，是否有没抽到的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界面展示哪个词典文件，应抽取多少个词条，实际抽取多少个词条，点击详情，查看哪个文件中的什么词条没抽到</a:t>
            </a:r>
            <a:endParaRPr lang="zh-CN" altLang="en-US" sz="1000"/>
          </a:p>
          <a:p>
            <a:endParaRPr lang="en-US" altLang="zh-CN" sz="1000"/>
          </a:p>
          <a:p>
            <a:pPr marL="0" indent="0">
              <a:buNone/>
            </a:pPr>
            <a:r>
              <a:rPr lang="zh-CN" altLang="en-US" sz="1000"/>
              <a:t>打印日志信息：</a:t>
            </a:r>
            <a:r>
              <a:rPr lang="en-US" altLang="zh-CN" sz="1000"/>
              <a:t>Xx</a:t>
            </a:r>
            <a:r>
              <a:rPr lang="zh-CN" altLang="en-US" sz="1000"/>
              <a:t>词典中</a:t>
            </a:r>
            <a:r>
              <a:rPr lang="en-US" altLang="zh-CN" sz="1000"/>
              <a:t>xx</a:t>
            </a:r>
            <a:r>
              <a:rPr lang="zh-CN" altLang="en-US" sz="1000"/>
              <a:t>词条在校验中未发现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en-US" sz="1200" b="1"/>
              <a:t></a:t>
            </a:r>
            <a:r>
              <a:rPr lang="zh-CN" altLang="en-US" sz="1200" b="1"/>
              <a:t>返回值后置中有</a:t>
            </a:r>
            <a:r>
              <a:rPr lang="en-US" altLang="zh-CN" sz="1200" b="1"/>
              <a:t>namespace 3</a:t>
            </a:r>
            <a:endParaRPr lang="en-US" altLang="zh-CN" sz="1200" b="1"/>
          </a:p>
          <a:p>
            <a:pPr marL="0" indent="0">
              <a:buNone/>
            </a:pPr>
            <a:r>
              <a:rPr lang="zh-CN" altLang="en-US" sz="1000"/>
              <a:t>扫描代码调用</a:t>
            </a:r>
            <a:r>
              <a:rPr lang="en-US" altLang="zh-CN" sz="1000"/>
              <a:t>tr()</a:t>
            </a:r>
            <a:r>
              <a:rPr lang="zh-CN" altLang="en-US" sz="1000"/>
              <a:t>接口是否有返回值后置的写法</a:t>
            </a:r>
            <a:endParaRPr lang="zh-CN" altLang="en-US" sz="1000"/>
          </a:p>
          <a:p>
            <a:pPr marL="0" indent="0">
              <a:buNone/>
            </a:pPr>
            <a:r>
              <a:rPr lang="en-US" altLang="zh-CN" sz="1000"/>
              <a:t>auto TestTR::testFunction1() -&gt; iasp::i18n::I18N_DB_TYPE</a:t>
            </a:r>
            <a:endParaRPr lang="en-US" altLang="zh-CN" sz="1000"/>
          </a:p>
        </p:txBody>
      </p:sp>
      <p:pic>
        <p:nvPicPr>
          <p:cNvPr id="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90" y="4495165"/>
            <a:ext cx="4963795" cy="18129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代码编写规范问题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 sz="1400" b="1"/>
              <a:t></a:t>
            </a:r>
            <a:r>
              <a:rPr lang="en-US" altLang="zh-CN" sz="1400" b="1"/>
              <a:t>Ui </a:t>
            </a:r>
            <a:r>
              <a:rPr lang="zh-CN" altLang="en-US" sz="1400" b="1"/>
              <a:t>文件的</a:t>
            </a:r>
            <a:r>
              <a:rPr lang="en-US" altLang="zh-CN" sz="1400" b="1"/>
              <a:t>&lt;string&gt; </a:t>
            </a:r>
            <a:r>
              <a:rPr lang="zh-CN" altLang="en-US" sz="1400" b="1"/>
              <a:t>属性中是否有</a:t>
            </a:r>
            <a:r>
              <a:rPr lang="en-US" altLang="zh-CN" sz="1400" b="1"/>
              <a:t>notr=”true”</a:t>
            </a:r>
            <a:r>
              <a:rPr lang="zh-CN" altLang="en-US" sz="1400" b="1"/>
              <a:t>的属性</a:t>
            </a:r>
            <a:r>
              <a:rPr lang="en-US" altLang="zh-CN" sz="1400" b="1"/>
              <a:t>  </a:t>
            </a:r>
            <a:r>
              <a:rPr lang="zh-CN" altLang="en-US" sz="1400" b="1"/>
              <a:t>例：</a:t>
            </a:r>
            <a:r>
              <a:rPr lang="en-US" altLang="zh-CN" sz="1400" b="1"/>
              <a:t>&lt;string notr=”true”&gt;</a:t>
            </a:r>
            <a:r>
              <a:rPr lang="zh-CN" altLang="en-US" sz="1400" b="1"/>
              <a:t>词条</a:t>
            </a:r>
            <a:r>
              <a:rPr lang="en-US" altLang="zh-CN" sz="1400" b="1"/>
              <a:t>&lt;string&gt; 2</a:t>
            </a:r>
            <a:endParaRPr lang="en-US" altLang="zh-CN" sz="1400" b="1"/>
          </a:p>
          <a:p>
            <a:pPr marL="0" indent="0">
              <a:buNone/>
            </a:pPr>
            <a:r>
              <a:rPr lang="zh-CN" altLang="en-US" sz="1110"/>
              <a:t>打印日志信息：</a:t>
            </a:r>
            <a:r>
              <a:rPr lang="en-US" altLang="zh-CN" sz="1110"/>
              <a:t>ui</a:t>
            </a:r>
            <a:r>
              <a:rPr lang="zh-CN" altLang="en-US" sz="1110"/>
              <a:t>文件中</a:t>
            </a:r>
            <a:r>
              <a:rPr lang="en-US" altLang="zh-CN" sz="1110"/>
              <a:t>string</a:t>
            </a:r>
            <a:r>
              <a:rPr lang="zh-CN" altLang="en-US" sz="1110"/>
              <a:t>包含</a:t>
            </a:r>
            <a:r>
              <a:rPr lang="en-US" altLang="zh-CN" sz="1110"/>
              <a:t>notr=true</a:t>
            </a:r>
            <a:r>
              <a:rPr lang="zh-CN" altLang="en-US" sz="1110"/>
              <a:t>属性</a:t>
            </a:r>
            <a:endParaRPr lang="zh-CN" altLang="en-US" sz="1110"/>
          </a:p>
          <a:p>
            <a:r>
              <a:rPr lang="en-US" altLang="en-US" sz="1400" b="1">
                <a:solidFill>
                  <a:srgbClr val="FF0000"/>
                </a:solidFill>
              </a:rPr>
              <a:t></a:t>
            </a:r>
            <a:r>
              <a:rPr lang="en-US" altLang="zh-CN" sz="1400" b="1">
                <a:solidFill>
                  <a:srgbClr val="FF0000"/>
                </a:solidFill>
              </a:rPr>
              <a:t>tr </a:t>
            </a:r>
            <a:r>
              <a:rPr lang="zh-CN" altLang="en-US" sz="1400" b="1">
                <a:solidFill>
                  <a:srgbClr val="FF0000"/>
                </a:solidFill>
              </a:rPr>
              <a:t>前是否调用了</a:t>
            </a:r>
            <a:r>
              <a:rPr lang="en-US" altLang="zh-CN" sz="1400" b="1">
                <a:solidFill>
                  <a:srgbClr val="FF0000"/>
                </a:solidFill>
              </a:rPr>
              <a:t>I18n_setAppLocal  (</a:t>
            </a:r>
            <a:r>
              <a:rPr lang="zh-CN" altLang="en-US" sz="1400" b="1">
                <a:solidFill>
                  <a:srgbClr val="FF0000"/>
                </a:solidFill>
              </a:rPr>
              <a:t>实现困难，暂时搁置</a:t>
            </a:r>
            <a:r>
              <a:rPr lang="en-US" altLang="zh-CN" sz="1400" b="1">
                <a:solidFill>
                  <a:srgbClr val="FF0000"/>
                </a:solidFill>
              </a:rPr>
              <a:t>)</a:t>
            </a:r>
            <a:endParaRPr lang="en-US" altLang="zh-CN" sz="1400" b="1">
              <a:solidFill>
                <a:srgbClr val="FF0000"/>
              </a:solidFill>
            </a:endParaRPr>
          </a:p>
          <a:p>
            <a:endParaRPr lang="en-US" altLang="zh-CN" sz="1110"/>
          </a:p>
          <a:p>
            <a:pPr marL="0" indent="0">
              <a:buNone/>
            </a:pPr>
            <a:r>
              <a:rPr lang="zh-CN" altLang="en-US" sz="1110"/>
              <a:t>解析</a:t>
            </a:r>
            <a:r>
              <a:rPr lang="en-US" altLang="zh-CN" sz="1110"/>
              <a:t>check.py</a:t>
            </a:r>
            <a:r>
              <a:rPr lang="zh-CN" altLang="en-US" sz="1110"/>
              <a:t>生成的</a:t>
            </a:r>
            <a:r>
              <a:rPr lang="en-US" altLang="zh-CN" sz="1110"/>
              <a:t>result.txt</a:t>
            </a:r>
            <a:r>
              <a:rPr lang="zh-CN" altLang="en-US" sz="1110"/>
              <a:t>日志</a:t>
            </a:r>
            <a:endParaRPr lang="zh-CN" altLang="en-US" sz="1110"/>
          </a:p>
          <a:p>
            <a:r>
              <a:rPr lang="zh-CN" altLang="en-US" sz="1400" b="1"/>
              <a:t>Namespace 获取不到</a:t>
            </a:r>
            <a:r>
              <a:rPr lang="en-US" altLang="zh-CN" sz="1400" b="1"/>
              <a:t> </a:t>
            </a:r>
            <a:endParaRPr lang="en-US" altLang="zh-CN" sz="1400" b="1"/>
          </a:p>
          <a:p>
            <a:pPr marL="0" indent="0">
              <a:buNone/>
            </a:pPr>
            <a:endParaRPr lang="zh-CN" altLang="en-US" sz="1400" b="1"/>
          </a:p>
          <a:p>
            <a:pPr marL="0" indent="0">
              <a:buNone/>
            </a:pPr>
            <a:r>
              <a:rPr lang="en-US" altLang="zh-CN" sz="1110"/>
              <a:t>cpp</a:t>
            </a:r>
            <a:r>
              <a:rPr lang="zh-CN" altLang="en-US" sz="1110"/>
              <a:t>文件中和</a:t>
            </a:r>
            <a:r>
              <a:rPr lang="en-US" altLang="zh-CN" sz="1110"/>
              <a:t>incude </a:t>
            </a:r>
            <a:r>
              <a:rPr lang="zh-CN" altLang="en-US" sz="1110"/>
              <a:t>的头文件路径可能不在</a:t>
            </a:r>
            <a:r>
              <a:rPr lang="en-US" altLang="zh-CN" sz="1110"/>
              <a:t>lupdate </a:t>
            </a:r>
            <a:r>
              <a:rPr lang="zh-CN" altLang="en-US" sz="1110"/>
              <a:t>扫描</a:t>
            </a:r>
            <a:r>
              <a:rPr lang="zh-CN" altLang="en-US" sz="1110"/>
              <a:t>范围</a:t>
            </a:r>
            <a:endParaRPr lang="zh-CN" altLang="en-US" sz="1110"/>
          </a:p>
          <a:p>
            <a:pPr marL="0" indent="0">
              <a:buNone/>
            </a:pPr>
            <a:r>
              <a:rPr lang="zh-CN" altLang="en-US" sz="1110"/>
              <a:t>检查</a:t>
            </a:r>
            <a:r>
              <a:rPr lang="en-US" altLang="zh-CN" sz="1110"/>
              <a:t>cmakelist </a:t>
            </a:r>
            <a:r>
              <a:rPr lang="zh-CN" altLang="en-US" sz="1110"/>
              <a:t>引入的路径和代码中</a:t>
            </a:r>
            <a:r>
              <a:rPr lang="en-US" altLang="zh-CN" sz="1110"/>
              <a:t>tr</a:t>
            </a:r>
            <a:r>
              <a:rPr lang="zh-CN" altLang="en-US" sz="1110"/>
              <a:t>对应的</a:t>
            </a:r>
            <a:r>
              <a:rPr lang="en-US" altLang="zh-CN" sz="1110"/>
              <a:t>#include </a:t>
            </a:r>
            <a:r>
              <a:rPr lang="zh-CN" altLang="en-US" sz="1110"/>
              <a:t>头文件路径是否正常</a:t>
            </a:r>
            <a:endParaRPr lang="zh-CN" altLang="en-US" sz="1110"/>
          </a:p>
          <a:p>
            <a:endParaRPr lang="en-US" altLang="zh-CN" sz="1110"/>
          </a:p>
          <a:p>
            <a:pPr algn="l">
              <a:buClrTx/>
              <a:buSzTx/>
            </a:pPr>
            <a:r>
              <a:rPr lang="zh-CN" altLang="en-US" sz="1400" b="1"/>
              <a:t>缺少Q_OBJECT 宏</a:t>
            </a:r>
            <a:endParaRPr lang="zh-CN" altLang="en-US" sz="1400" b="1"/>
          </a:p>
          <a:p>
            <a:pPr marL="0" indent="0">
              <a:buNone/>
            </a:pPr>
            <a:r>
              <a:rPr lang="zh-CN" altLang="en-US" sz="1110"/>
              <a:t>提取抽取词条的日志信息，打印出对应文件行数，增加检查</a:t>
            </a:r>
            <a:r>
              <a:rPr lang="en-US" altLang="zh-CN" sz="1110"/>
              <a:t>QObject::tr </a:t>
            </a:r>
            <a:r>
              <a:rPr lang="zh-CN" altLang="en-US" sz="1110"/>
              <a:t>是否增加</a:t>
            </a:r>
            <a:r>
              <a:rPr lang="en-US" altLang="zh-CN" sz="1110"/>
              <a:t>tag</a:t>
            </a:r>
            <a:endParaRPr lang="zh-CN" altLang="en-US" sz="1110"/>
          </a:p>
          <a:p>
            <a:pPr algn="l">
              <a:buClrTx/>
              <a:buSzTx/>
            </a:pPr>
            <a:r>
              <a:rPr lang="zh-CN" altLang="en-US" sz="1400" b="1"/>
              <a:t>tr未生效</a:t>
            </a:r>
            <a:endParaRPr lang="zh-CN" altLang="en-US" sz="1400" b="1"/>
          </a:p>
          <a:p>
            <a:pPr marL="0" indent="0">
              <a:buNone/>
            </a:pPr>
            <a:r>
              <a:rPr lang="zh-CN" altLang="en-US" sz="1110"/>
              <a:t>打印对应代码文件名和行数</a:t>
            </a:r>
            <a:endParaRPr lang="zh-CN" altLang="en-US" sz="111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685" y="540385"/>
            <a:ext cx="9398000" cy="558292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操作导致的漏翻译问题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400" b="1"/>
              <a:t>抽取</a:t>
            </a:r>
            <a:r>
              <a:rPr lang="en-US" altLang="zh-CN" sz="1400" b="1"/>
              <a:t>ts </a:t>
            </a:r>
            <a:r>
              <a:rPr lang="zh-CN" altLang="en-US" sz="1400" b="1"/>
              <a:t>后代码有新增的词条没有转告翻译人员，导致翻译漏翻译的情况</a:t>
            </a:r>
            <a:endParaRPr lang="zh-CN" altLang="en-US" sz="1400" b="1"/>
          </a:p>
          <a:p>
            <a:endParaRPr lang="zh-CN" altLang="en-US" sz="1200" b="1"/>
          </a:p>
          <a:p>
            <a:pPr marL="0" indent="0">
              <a:buNone/>
            </a:pPr>
            <a:r>
              <a:rPr lang="zh-CN" altLang="en-US" sz="1000"/>
              <a:t>解决方案：在回写后检查</a:t>
            </a:r>
            <a:r>
              <a:rPr lang="en-US" altLang="zh-CN" sz="1000"/>
              <a:t>ts </a:t>
            </a:r>
            <a:r>
              <a:rPr lang="zh-CN" altLang="en-US" sz="1000"/>
              <a:t>文件是否有没回写的词条，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（对应脚本</a:t>
            </a:r>
            <a:r>
              <a:rPr lang="en-US" altLang="zh-CN" sz="1000"/>
              <a:t>check_ts_untrans.py </a:t>
            </a:r>
            <a:r>
              <a:rPr lang="zh-CN" altLang="en-US" sz="1000"/>
              <a:t>需优化及增加跳过文件的白名单配置文件）</a:t>
            </a:r>
            <a:endParaRPr lang="zh-CN" altLang="en-US" sz="1000"/>
          </a:p>
          <a:p>
            <a:pPr marL="0" indent="0">
              <a:buNone/>
            </a:pPr>
            <a:endParaRPr lang="en-US" altLang="zh-CN" sz="1000"/>
          </a:p>
          <a:p>
            <a:pPr marL="0" indent="0">
              <a:buNone/>
            </a:pPr>
            <a:r>
              <a:rPr lang="en-US" altLang="zh-CN" sz="1000"/>
              <a:t>ts</a:t>
            </a:r>
            <a:r>
              <a:rPr lang="zh-CN" altLang="en-US" sz="1000"/>
              <a:t>和</a:t>
            </a:r>
            <a:r>
              <a:rPr lang="en-US" altLang="zh-CN" sz="1000"/>
              <a:t>qm </a:t>
            </a:r>
            <a:r>
              <a:rPr lang="zh-CN" altLang="en-US" sz="1000"/>
              <a:t>不一致的问题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通过</a:t>
            </a:r>
            <a:r>
              <a:rPr lang="en-US" altLang="zh-CN" sz="1000"/>
              <a:t>lconvert.exe </a:t>
            </a:r>
            <a:r>
              <a:rPr lang="zh-CN" altLang="en-US" sz="1000"/>
              <a:t>将</a:t>
            </a:r>
            <a:r>
              <a:rPr lang="en-US" altLang="zh-CN" sz="1000"/>
              <a:t>qm </a:t>
            </a:r>
            <a:r>
              <a:rPr lang="zh-CN" altLang="en-US" sz="1000"/>
              <a:t>转回</a:t>
            </a:r>
            <a:r>
              <a:rPr lang="en-US" altLang="zh-CN" sz="1000"/>
              <a:t>ts </a:t>
            </a:r>
            <a:r>
              <a:rPr lang="zh-CN" altLang="en-US" sz="1000"/>
              <a:t>，通过脚本对比两个文件是否一致（忽略顺序）</a:t>
            </a:r>
            <a:endParaRPr lang="zh-CN" altLang="en-US" sz="1000"/>
          </a:p>
          <a:p>
            <a:pPr marL="0" indent="0">
              <a:buNone/>
            </a:pPr>
            <a:r>
              <a:rPr lang="zh-CN" altLang="en-US" sz="1000"/>
              <a:t>比对</a:t>
            </a:r>
            <a:r>
              <a:rPr lang="en-US" altLang="zh-CN" sz="1000"/>
              <a:t>name </a:t>
            </a:r>
            <a:r>
              <a:rPr lang="zh-CN" altLang="en-US" sz="1000"/>
              <a:t>、</a:t>
            </a:r>
            <a:r>
              <a:rPr lang="en-US" altLang="zh-CN" sz="1000"/>
              <a:t>source</a:t>
            </a:r>
            <a:r>
              <a:rPr lang="zh-CN" altLang="en-US" sz="1000"/>
              <a:t>、</a:t>
            </a:r>
            <a:r>
              <a:rPr lang="en-US" altLang="zh-CN" sz="1000"/>
              <a:t>comment</a:t>
            </a:r>
            <a:r>
              <a:rPr lang="zh-CN" altLang="en-US" sz="1000"/>
              <a:t>、</a:t>
            </a:r>
            <a:r>
              <a:rPr lang="en-US" altLang="zh-CN" sz="1000"/>
              <a:t>translation </a:t>
            </a:r>
            <a:r>
              <a:rPr lang="zh-CN" altLang="en-US" sz="1000"/>
              <a:t>在两个文件中是否一致</a:t>
            </a:r>
            <a:endParaRPr lang="zh-CN" altLang="en-US" sz="1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735" y="2535555"/>
            <a:ext cx="5569585" cy="26682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界面</a:t>
            </a:r>
            <a:r>
              <a:rPr lang="zh-CN" altLang="en-US"/>
              <a:t>设计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520" y="1383030"/>
            <a:ext cx="8415020" cy="512953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工具增加一键导入全量</a:t>
            </a:r>
            <a:r>
              <a:rPr lang="en-US" altLang="zh-CN"/>
              <a:t>ts</a:t>
            </a:r>
            <a:r>
              <a:rPr lang="zh-CN" altLang="en-US"/>
              <a:t>文件和</a:t>
            </a:r>
            <a:r>
              <a:rPr lang="en-US" altLang="zh-CN"/>
              <a:t>dic</a:t>
            </a:r>
            <a:r>
              <a:rPr lang="zh-CN" altLang="en-US"/>
              <a:t>文件中新增的词条</a:t>
            </a:r>
            <a:r>
              <a:rPr lang="en-US" altLang="zh-CN"/>
              <a:t> 3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通过产品之前已经导入的</a:t>
            </a:r>
            <a:r>
              <a:rPr lang="en-US" altLang="zh-CN"/>
              <a:t>ts</a:t>
            </a:r>
            <a:r>
              <a:rPr lang="zh-CN" altLang="en-US"/>
              <a:t>和</a:t>
            </a:r>
            <a:r>
              <a:rPr lang="en-US" altLang="zh-CN"/>
              <a:t>dic</a:t>
            </a:r>
            <a:r>
              <a:rPr lang="zh-CN" altLang="en-US"/>
              <a:t>，遍历对应的</a:t>
            </a:r>
            <a:r>
              <a:rPr lang="en-US" altLang="zh-CN"/>
              <a:t>ts</a:t>
            </a:r>
            <a:r>
              <a:rPr lang="zh-CN" altLang="en-US"/>
              <a:t>和</a:t>
            </a:r>
            <a:r>
              <a:rPr lang="en-US" altLang="zh-CN"/>
              <a:t>dic</a:t>
            </a:r>
            <a:r>
              <a:rPr lang="zh-CN" altLang="en-US"/>
              <a:t>文件校验新增词条，并进行</a:t>
            </a:r>
            <a:r>
              <a:rPr lang="zh-CN" altLang="en-US"/>
              <a:t>导入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215" y="3168015"/>
            <a:ext cx="7044690" cy="34042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增加校验占位符在翻译后是否被删除，格式是否被</a:t>
            </a:r>
            <a:r>
              <a:rPr lang="zh-CN" altLang="en-US"/>
              <a:t>改动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i18n_tr </a:t>
            </a:r>
            <a:r>
              <a:rPr lang="zh-CN" altLang="en-US"/>
              <a:t>增加代码行印记</a:t>
            </a:r>
            <a:r>
              <a:rPr lang="zh-CN" altLang="en-US">
                <a:solidFill>
                  <a:srgbClr val="FF0000"/>
                </a:solidFill>
              </a:rPr>
              <a:t>（暂时不加）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200"/>
              <a:t>由于改后影响范围较大，目前</a:t>
            </a:r>
            <a:r>
              <a:rPr lang="en-US" altLang="zh-CN" sz="1200"/>
              <a:t>dic </a:t>
            </a:r>
            <a:r>
              <a:rPr lang="zh-CN" altLang="en-US" sz="1200"/>
              <a:t>不需要改代码，可直接在词条管理里增加词条或者修改翻译即可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</a:t>
            </a:r>
            <a:r>
              <a:rPr lang="en-US" altLang="zh-CN"/>
              <a:t>ts </a:t>
            </a:r>
            <a:r>
              <a:rPr lang="zh-CN" altLang="en-US"/>
              <a:t>词条已经被删掉，但是在翻译工具中还存在的情况</a:t>
            </a:r>
            <a:r>
              <a:rPr lang="en-US" altLang="zh-CN"/>
              <a:t> 2</a:t>
            </a:r>
            <a:endParaRPr lang="zh-CN" altLang="en-US"/>
          </a:p>
          <a:p>
            <a:pPr marL="0" indent="0">
              <a:buNone/>
            </a:pPr>
            <a:r>
              <a:rPr lang="zh-CN" altLang="en-US" sz="1200"/>
              <a:t>增加</a:t>
            </a:r>
            <a:r>
              <a:rPr lang="en-US" altLang="zh-CN" sz="1200"/>
              <a:t>ts </a:t>
            </a:r>
            <a:r>
              <a:rPr lang="zh-CN" altLang="en-US" sz="1200"/>
              <a:t>文件和工具词条校核</a:t>
            </a:r>
            <a:r>
              <a:rPr lang="en-US" altLang="zh-CN" sz="1200"/>
              <a:t>(</a:t>
            </a:r>
            <a:r>
              <a:rPr lang="zh-CN" altLang="en-US" sz="1200"/>
              <a:t>查库</a:t>
            </a:r>
            <a:r>
              <a:rPr lang="en-US" altLang="zh-CN" sz="1200"/>
              <a:t>)</a:t>
            </a:r>
            <a:r>
              <a:rPr lang="zh-CN" altLang="en-US" sz="1200"/>
              <a:t>功能，比较</a:t>
            </a:r>
            <a:r>
              <a:rPr lang="en-US" altLang="zh-CN" sz="1200"/>
              <a:t>ts</a:t>
            </a:r>
            <a:r>
              <a:rPr lang="zh-CN" altLang="en-US" sz="1200"/>
              <a:t>（最后做）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界面：同词条管理展示，勾选词条或者全选，一键清除</a:t>
            </a: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655" y="2759710"/>
            <a:ext cx="5892165" cy="364617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</a:t>
            </a:r>
            <a:r>
              <a:rPr lang="en-US" altLang="zh-CN"/>
              <a:t>Dic </a:t>
            </a:r>
            <a:r>
              <a:rPr lang="zh-CN" altLang="en-US"/>
              <a:t>和</a:t>
            </a:r>
            <a:r>
              <a:rPr lang="en-US" altLang="zh-CN"/>
              <a:t>rd </a:t>
            </a:r>
            <a:r>
              <a:rPr lang="zh-CN" altLang="en-US"/>
              <a:t>不一致的问题（跳过）</a:t>
            </a:r>
            <a:endParaRPr lang="zh-CN" altLang="en-US"/>
          </a:p>
          <a:p>
            <a:pPr marL="0" indent="0">
              <a:buNone/>
            </a:pPr>
            <a:r>
              <a:rPr lang="zh-CN" altLang="en-US" sz="1200"/>
              <a:t>生成</a:t>
            </a:r>
            <a:r>
              <a:rPr lang="en-US" altLang="zh-CN" sz="1200"/>
              <a:t>rd </a:t>
            </a:r>
            <a:r>
              <a:rPr lang="zh-CN" altLang="en-US" sz="1200"/>
              <a:t>的时候生成对应的</a:t>
            </a:r>
            <a:r>
              <a:rPr lang="en-US" altLang="zh-CN" sz="1200"/>
              <a:t>md5</a:t>
            </a:r>
            <a:r>
              <a:rPr lang="zh-CN" altLang="en-US" sz="1200"/>
              <a:t>码（这条目前没出现过问题，暂时不做）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/>
              <a:t>界面同前两个一样</a:t>
            </a:r>
            <a:endParaRPr lang="zh-CN" altLang="en-US" sz="1200"/>
          </a:p>
          <a:p>
            <a:endParaRPr lang="zh-CN" altLang="en-US"/>
          </a:p>
          <a:p>
            <a:r>
              <a:rPr lang="en-US" altLang="en-US"/>
              <a:t></a:t>
            </a:r>
            <a:r>
              <a:rPr lang="zh-CN" altLang="en-US"/>
              <a:t>翻译工具没回写成功导致</a:t>
            </a:r>
            <a:r>
              <a:rPr lang="en-US" altLang="zh-CN"/>
              <a:t>  1</a:t>
            </a:r>
            <a:endParaRPr lang="zh-CN" altLang="en-US"/>
          </a:p>
          <a:p>
            <a:pPr marL="0" indent="0">
              <a:buNone/>
            </a:pPr>
            <a:r>
              <a:rPr lang="zh-CN" altLang="en-US" sz="1200"/>
              <a:t>翻译工具增加异常信息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qt</a:t>
            </a:r>
            <a:r>
              <a:rPr lang="zh-CN" altLang="en-US"/>
              <a:t>机制问题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同类名的词条不同翻译会出现干涉情况</a:t>
            </a:r>
            <a:r>
              <a:rPr lang="en-US" altLang="zh-CN"/>
              <a:t> </a:t>
            </a:r>
            <a:endParaRPr lang="zh-CN" altLang="en-US"/>
          </a:p>
          <a:p>
            <a:pPr marL="0" indent="0">
              <a:buNone/>
            </a:pPr>
            <a:r>
              <a:rPr lang="zh-CN" altLang="en-US" sz="1200"/>
              <a:t>检查所有</a:t>
            </a:r>
            <a:r>
              <a:rPr lang="en-US" altLang="zh-CN" sz="1200"/>
              <a:t>ts </a:t>
            </a:r>
            <a:r>
              <a:rPr lang="zh-CN" altLang="en-US" sz="1200"/>
              <a:t>文件是否有类名、</a:t>
            </a:r>
            <a:r>
              <a:rPr lang="en-US" altLang="zh-CN" sz="1200"/>
              <a:t>tag</a:t>
            </a:r>
            <a:r>
              <a:rPr lang="zh-CN" altLang="en-US" sz="1200"/>
              <a:t>、词条相同，翻译不同的情况（</a:t>
            </a:r>
            <a:r>
              <a:rPr lang="en-US" altLang="zh-CN" sz="1200"/>
              <a:t>java</a:t>
            </a:r>
            <a:r>
              <a:rPr lang="zh-CN" altLang="en-US" sz="1200"/>
              <a:t>）</a:t>
            </a:r>
            <a:r>
              <a:rPr lang="en-US" altLang="zh-CN" sz="1200"/>
              <a:t> 2</a:t>
            </a:r>
            <a:endParaRPr lang="zh-CN" altLang="en-US" sz="1200"/>
          </a:p>
          <a:p>
            <a:endParaRPr lang="en-US" altLang="zh-CN" sz="1200"/>
          </a:p>
          <a:p>
            <a:pPr marL="0" indent="0">
              <a:buNone/>
            </a:pPr>
            <a:r>
              <a:rPr lang="zh-CN" altLang="en-US" sz="1200"/>
              <a:t>展示</a:t>
            </a:r>
            <a:r>
              <a:rPr lang="en-US" altLang="zh-CN" sz="1200"/>
              <a:t> </a:t>
            </a:r>
            <a:r>
              <a:rPr lang="zh-CN" altLang="en-US" sz="1200"/>
              <a:t>词条，所属类，</a:t>
            </a:r>
            <a:r>
              <a:rPr lang="en-US" altLang="zh-CN" sz="1200"/>
              <a:t>tag</a:t>
            </a:r>
            <a:r>
              <a:rPr lang="zh-CN" altLang="en-US" sz="1200"/>
              <a:t>，点击详情展示</a:t>
            </a:r>
            <a:r>
              <a:rPr lang="en-US" altLang="zh-CN" sz="1200"/>
              <a:t> </a:t>
            </a:r>
            <a:r>
              <a:rPr lang="zh-CN" altLang="en-US" sz="1200"/>
              <a:t>对应</a:t>
            </a:r>
            <a:r>
              <a:rPr lang="en-US" altLang="zh-CN" sz="1200"/>
              <a:t>ts</a:t>
            </a:r>
            <a:r>
              <a:rPr lang="zh-CN" altLang="en-US" sz="1200"/>
              <a:t>文件，翻译（参考术语库展示）</a:t>
            </a:r>
            <a:r>
              <a:rPr lang="en-US" altLang="zh-CN" sz="1200"/>
              <a:t> </a:t>
            </a:r>
            <a:endParaRPr lang="zh-CN" altLang="en-US" sz="1200"/>
          </a:p>
          <a:p>
            <a:pPr marL="0" indent="0">
              <a:buNone/>
            </a:pPr>
            <a:endParaRPr lang="zh-CN" altLang="en-US" sz="1200"/>
          </a:p>
          <a:p>
            <a:pPr marL="0" indent="0">
              <a:buNone/>
            </a:pPr>
            <a:r>
              <a:rPr lang="en-US" altLang="zh-CN" sz="1200">
                <a:sym typeface="+mn-ea"/>
              </a:rPr>
              <a:t>*</a:t>
            </a:r>
            <a:r>
              <a:rPr lang="zh-CN" altLang="en-US" sz="1200">
                <a:sym typeface="+mn-ea"/>
              </a:rPr>
              <a:t>词条管理增加一键检查功能（按角色部门（监控</a:t>
            </a:r>
            <a:r>
              <a:rPr lang="en-US" altLang="zh-CN" sz="1200">
                <a:sym typeface="+mn-ea"/>
              </a:rPr>
              <a:t>/</a:t>
            </a:r>
            <a:r>
              <a:rPr lang="zh-CN" altLang="en-US" sz="1200">
                <a:sym typeface="+mn-ea"/>
              </a:rPr>
              <a:t>平台）分）</a:t>
            </a:r>
            <a:r>
              <a:rPr lang="en-US" altLang="zh-CN" sz="1200">
                <a:sym typeface="+mn-ea"/>
              </a:rPr>
              <a:t> 2</a:t>
            </a:r>
            <a:endParaRPr lang="zh-CN" altLang="en-US" sz="1200"/>
          </a:p>
          <a:p>
            <a:pPr marL="0" indent="0">
              <a:buNone/>
            </a:pP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480" y="593725"/>
            <a:ext cx="8356600" cy="445579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增加词条相似度（</a:t>
            </a:r>
            <a:r>
              <a:rPr lang="zh-CN" altLang="en-US"/>
              <a:t>计算词条余弦相似度进行</a:t>
            </a:r>
            <a:r>
              <a:rPr lang="zh-CN" altLang="en-US"/>
              <a:t>比较）查看页面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（</a:t>
            </a:r>
            <a:r>
              <a:rPr lang="en-US" altLang="zh-CN" sz="1400"/>
              <a:t>BGE Large+sentence-transformers+cosine_similarity</a:t>
            </a:r>
            <a:r>
              <a:rPr lang="zh-CN" altLang="en-US" sz="1400"/>
              <a:t>）</a:t>
            </a:r>
            <a:r>
              <a:rPr lang="en-US" altLang="zh-CN"/>
              <a:t>  4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r>
              <a:rPr lang="zh-CN" altLang="en-US"/>
              <a:t>词条导入增加相似度提示功能</a:t>
            </a:r>
            <a:r>
              <a:rPr lang="en-US" altLang="zh-CN"/>
              <a:t> 		2</a:t>
            </a:r>
            <a:endParaRPr lang="zh-CN" altLang="en-US"/>
          </a:p>
          <a:p>
            <a:r>
              <a:rPr lang="zh-CN" altLang="en-US"/>
              <a:t>词条管理增加词条语法拼写检查</a:t>
            </a:r>
            <a:r>
              <a:rPr lang="en-US" altLang="zh-CN"/>
              <a:t> 		3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218430" y="37846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/>
              <a:t>新</a:t>
            </a:r>
            <a:r>
              <a:rPr lang="zh-CN" altLang="en-US" sz="4800"/>
              <a:t>增需求</a:t>
            </a:r>
            <a:endParaRPr lang="zh-CN" altLang="en-US" sz="48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1453</Words>
  <Application>WPS 演示</Application>
  <PresentationFormat>宽屏</PresentationFormat>
  <Paragraphs>95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Mr.lover</cp:lastModifiedBy>
  <cp:revision>155</cp:revision>
  <dcterms:created xsi:type="dcterms:W3CDTF">2019-06-19T02:08:00Z</dcterms:created>
  <dcterms:modified xsi:type="dcterms:W3CDTF">2025-02-25T03:57:42Z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2052-12.1.0.20260</vt:lpwstr>
  </property>
  <property fmtid="{D5CDD505-2E9C-101B-9397-08002B2CF9AE}" pid="3" name="ICV">
    <vt:lpwstr>7B1C8574228747C6A62F9F7CB080C8AC_11</vt:lpwstr>
  </property>
</Properties>
</file>